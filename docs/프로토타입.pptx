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69" r:id="rId4"/>
    <p:sldId id="266" r:id="rId5"/>
    <p:sldId id="267" r:id="rId6"/>
    <p:sldId id="270" r:id="rId7"/>
    <p:sldId id="268" r:id="rId8"/>
    <p:sldId id="271" r:id="rId9"/>
    <p:sldId id="272" r:id="rId10"/>
    <p:sldId id="275" r:id="rId11"/>
    <p:sldId id="273" r:id="rId12"/>
    <p:sldId id="277" r:id="rId13"/>
    <p:sldId id="27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15"/>
    <p:restoredTop sz="94246"/>
  </p:normalViewPr>
  <p:slideViewPr>
    <p:cSldViewPr snapToGrid="0">
      <p:cViewPr varScale="1">
        <p:scale>
          <a:sx n="73" d="100"/>
          <a:sy n="73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E7D4D-85CE-BBB3-9542-FFA8BCF20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1ED16D-5B01-D4A0-B11A-3461E03F4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F2E37-55FF-A10A-FFAB-EFB62CA3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EDA0B6-7029-A823-E46A-639A4B7A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21C65-FC28-4605-33B5-F4BBF188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168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31B56-1658-2860-3307-C9529379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7032-998F-85B9-5A7C-DD90EBF81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57858-4B87-A6EA-18EF-34862C74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28984-FA84-6A7E-64E9-9183776B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DB4F1-18B3-9C25-A146-742B6160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092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95C-8F60-655B-F84B-466854EF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4C3032-246B-0552-5F53-24D32018C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9FD56-D392-446F-5D79-36E64223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5504B-CABA-934E-D35E-2515A1AB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980A-8805-B4AC-B633-360D2C3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44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5EF4F-9D6F-F3ED-6B59-E6FBCA63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0B80B-CAA5-0D9E-609D-228B8AE3B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626ADD-3D95-6096-B8A7-8CAB0C512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659FF7-5EA1-1770-3BD2-8D773BA0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F588B6-78E3-846C-73C0-03804E75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3A98DF-E4DD-DFFA-2A80-6500AD96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944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EAC55-DC49-5696-0A52-28BF915B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12AB5-C9B3-713F-56B1-4450A87EB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2B020-0D6E-3DE1-168E-61F59C9B9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73E937-DBEE-BF13-407F-14C7B67F8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2515F1-4E01-4046-CD65-04CFBF3E2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94416C-18E4-CB5F-94BB-623729D5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202150-95B5-3F0D-FFDD-A790CDD0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2C1E1A-D438-A26D-6F0D-755857EF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635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2FDCB-674F-FE36-9C85-D2FBB7D7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2DAEF5-52CD-9673-065A-FFC5BA6C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3C0921-11DB-423D-509E-D7F0A21A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B5CFE1-0B44-5C70-BCD1-ABF523A1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106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C06A17-4AB5-1690-4109-CFB8355E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23DA98-C825-2321-93E3-A5EB9C38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49F5DC-9993-1003-62A4-86020CE0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824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ED53B-24B4-7971-A48B-E0427078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E89A9-851C-EFF5-9A67-F3D99288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C0E5AE-D32D-98B0-D7C7-AA9B1BF08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CECA1-6D05-ABDB-33B6-A46BC7AD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24F468-21E2-C17C-70A4-EC591C6C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F363E-2ADD-BCD4-DEEC-6CA20F18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912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BA843-D01F-4524-25B6-7D631371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214AF7-4F6B-F9B0-6E9A-5769569A6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4E07C1-30EB-B515-9341-29F36A730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70F5F-FC4C-D996-63BE-6E6A83A0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DF35A-9547-2DC0-91EE-B558C484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BE091-7EC8-7FAD-0559-B0F28CA0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895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9720-798D-0D6B-A49E-D17B896A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75BA16-18E7-40EF-612A-E09432B6E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970853-063F-BF56-CFBF-F3EBDD91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DDCFD-A271-08E9-7390-CBED8119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D4528-B838-40A0-F884-813E3310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584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16E81E-75CE-6CE2-C6AB-9C647A684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531256-26A1-AB37-D206-01A02DB6F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085472-0F06-CEFE-5310-13D671E4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B0DB5-901C-00B2-CD96-650D7664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61342-0C97-8B78-F238-878CBB49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49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52D464-0896-7D8C-14B8-BA5EB02B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5249C4-0D0E-F4FE-7C83-A9BBB67F5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118C6-D640-B387-1FB5-095E88680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C2815-25F3-BC4B-8B9C-6F5A21A27091}" type="datetimeFigureOut">
              <a:rPr kumimoji="1" lang="ko-KR" altLang="en-US" smtClean="0"/>
              <a:t>2025. 12. 4.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3B001-2DFC-D5C4-B353-6C1CB1F6B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E7DE9-ECD1-4AEA-35ED-B3B544205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061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1CE95-4C54-27B1-270F-A63D2B878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프로토타입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6861AC-1EA2-5EAD-03F3-A97992D93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20237107</a:t>
            </a:r>
            <a:r>
              <a:rPr kumimoji="1" lang="ko-KR" altLang="en-US" dirty="0"/>
              <a:t> 하태영</a:t>
            </a:r>
          </a:p>
        </p:txBody>
      </p:sp>
    </p:spTree>
    <p:extLst>
      <p:ext uri="{BB962C8B-B14F-4D97-AF65-F5344CB8AC3E}">
        <p14:creationId xmlns:p14="http://schemas.microsoft.com/office/powerpoint/2010/main" val="312650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DFC2-5B35-CE2A-5867-E3AB54F8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EAD18-1465-462D-C51F-A9EBE7B8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차 상담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910C8-6152-35E9-5477-1C98E9D28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기획</a:t>
            </a:r>
            <a:endParaRPr lang="en-US" altLang="ko-KR" dirty="0"/>
          </a:p>
          <a:p>
            <a:r>
              <a:rPr lang="ko-KR" altLang="en-US" dirty="0"/>
              <a:t>프로토타입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98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E9BA50-DC99-91C1-6BE8-C0829D3E9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218" y="0"/>
            <a:ext cx="5409013" cy="68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6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8E30F9-2FE6-A5BE-5EBC-3B64408C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42" y="0"/>
            <a:ext cx="8371915" cy="68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9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3D12-1850-A27C-2CB8-6F6A0364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412CC8-614C-B9A6-64C3-AF643F44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42" y="0"/>
            <a:ext cx="8148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5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99DFC5-674B-87B9-B956-62302EED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2395"/>
            <a:ext cx="10515600" cy="2287522"/>
          </a:xfrm>
        </p:spPr>
      </p:pic>
    </p:spTree>
    <p:extLst>
      <p:ext uri="{BB962C8B-B14F-4D97-AF65-F5344CB8AC3E}">
        <p14:creationId xmlns:p14="http://schemas.microsoft.com/office/powerpoint/2010/main" val="360615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A9AB-B406-7C8D-F48F-50C56107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61F6B5-5BD0-A2B0-70B0-C504B9F98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7432"/>
            <a:ext cx="7772400" cy="616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79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72EC7E-1D8F-63C4-E36C-98BB696A5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7308" y="-42333"/>
            <a:ext cx="8157384" cy="6886455"/>
          </a:xfrm>
        </p:spPr>
      </p:pic>
    </p:spTree>
    <p:extLst>
      <p:ext uri="{BB962C8B-B14F-4D97-AF65-F5344CB8AC3E}">
        <p14:creationId xmlns:p14="http://schemas.microsoft.com/office/powerpoint/2010/main" val="378824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754AEB-54B3-6950-D1F3-E84B256A4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132" y="0"/>
            <a:ext cx="10675735" cy="6858000"/>
          </a:xfrm>
        </p:spPr>
      </p:pic>
    </p:spTree>
    <p:extLst>
      <p:ext uri="{BB962C8B-B14F-4D97-AF65-F5344CB8AC3E}">
        <p14:creationId xmlns:p14="http://schemas.microsoft.com/office/powerpoint/2010/main" val="382207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91EDC-1891-6B6B-1BBE-CC55BCC3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차 상담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C3066-6F98-72D2-8D8E-B16DBF828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구인사기</a:t>
            </a:r>
            <a:r>
              <a:rPr lang="en-US" altLang="ko-KR" dirty="0"/>
              <a:t>/</a:t>
            </a:r>
            <a:r>
              <a:rPr lang="ko-KR" altLang="en-US" dirty="0"/>
              <a:t>정부</a:t>
            </a:r>
            <a:r>
              <a:rPr lang="en-US" altLang="ko-KR" dirty="0"/>
              <a:t>, </a:t>
            </a:r>
            <a:r>
              <a:rPr lang="ko-KR" altLang="en-US" dirty="0"/>
              <a:t>공공기관 사칭</a:t>
            </a:r>
            <a:r>
              <a:rPr lang="en-US" altLang="ko-KR" dirty="0"/>
              <a:t>/</a:t>
            </a:r>
            <a:r>
              <a:rPr lang="ko-KR" altLang="en-US" dirty="0" err="1"/>
              <a:t>텔레그램</a:t>
            </a:r>
            <a:r>
              <a:rPr lang="ko-KR" altLang="en-US" dirty="0"/>
              <a:t> 사칭</a:t>
            </a:r>
            <a:r>
              <a:rPr lang="en-US" altLang="ko-KR" dirty="0"/>
              <a:t>/</a:t>
            </a:r>
            <a:r>
              <a:rPr lang="ko-KR" altLang="en-US" dirty="0"/>
              <a:t>금융기관 사칭 </a:t>
            </a:r>
            <a:r>
              <a:rPr lang="en-US" altLang="ko-KR" dirty="0"/>
              <a:t>4</a:t>
            </a:r>
            <a:r>
              <a:rPr lang="ko-KR" altLang="en-US" dirty="0"/>
              <a:t>가지 중 </a:t>
            </a:r>
            <a:r>
              <a:rPr lang="en-US" altLang="ko-KR" dirty="0"/>
              <a:t>1</a:t>
            </a:r>
            <a:r>
              <a:rPr lang="ko-KR" altLang="en-US" dirty="0"/>
              <a:t>사이클 코딩</a:t>
            </a:r>
          </a:p>
          <a:p>
            <a:r>
              <a:rPr lang="ko-KR" altLang="en-US" dirty="0"/>
              <a:t>테스트 보단 게임방향으로 컨텐츠 고민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071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50B894-FBC4-ED2C-CD2C-0DF6FF073D7B}"/>
              </a:ext>
            </a:extLst>
          </p:cNvPr>
          <p:cNvSpPr/>
          <p:nvPr/>
        </p:nvSpPr>
        <p:spPr>
          <a:xfrm>
            <a:off x="575733" y="507999"/>
            <a:ext cx="2760134" cy="34374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구인 사기</a:t>
            </a:r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  <a:p>
            <a:pPr algn="ctr"/>
            <a:endParaRPr kumimoji="1"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8D7412-6813-58E3-A553-7ACC03EB3256}"/>
              </a:ext>
            </a:extLst>
          </p:cNvPr>
          <p:cNvSpPr/>
          <p:nvPr/>
        </p:nvSpPr>
        <p:spPr>
          <a:xfrm>
            <a:off x="811742" y="2048935"/>
            <a:ext cx="2235200" cy="448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제목 </a:t>
            </a:r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374825-7CBF-BAD5-3439-6A510B7C8B1C}"/>
              </a:ext>
            </a:extLst>
          </p:cNvPr>
          <p:cNvSpPr/>
          <p:nvPr/>
        </p:nvSpPr>
        <p:spPr>
          <a:xfrm>
            <a:off x="819150" y="2645836"/>
            <a:ext cx="2235200" cy="448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제목 </a:t>
            </a:r>
            <a:r>
              <a:rPr kumimoji="1" lang="en-US" altLang="ko-KR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096B88-057E-455F-A76F-56170A7EDEA4}"/>
              </a:ext>
            </a:extLst>
          </p:cNvPr>
          <p:cNvSpPr/>
          <p:nvPr/>
        </p:nvSpPr>
        <p:spPr>
          <a:xfrm>
            <a:off x="811742" y="3242737"/>
            <a:ext cx="2235200" cy="448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제목 </a:t>
            </a:r>
            <a:r>
              <a:rPr kumimoji="1" lang="en-US" altLang="ko-KR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E848FA-DAA5-DFB0-B94F-58F7EB978CFF}"/>
              </a:ext>
            </a:extLst>
          </p:cNvPr>
          <p:cNvSpPr/>
          <p:nvPr/>
        </p:nvSpPr>
        <p:spPr>
          <a:xfrm>
            <a:off x="2039409" y="1439336"/>
            <a:ext cx="1007533" cy="4487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추가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8E289B-773C-B52E-21BD-235A130C57D3}"/>
              </a:ext>
            </a:extLst>
          </p:cNvPr>
          <p:cNvSpPr/>
          <p:nvPr/>
        </p:nvSpPr>
        <p:spPr>
          <a:xfrm>
            <a:off x="3673476" y="2645836"/>
            <a:ext cx="3303057" cy="343746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E39D61-D18E-1A47-049C-A60948F45706}"/>
              </a:ext>
            </a:extLst>
          </p:cNvPr>
          <p:cNvSpPr/>
          <p:nvPr/>
        </p:nvSpPr>
        <p:spPr>
          <a:xfrm>
            <a:off x="3853840" y="2884935"/>
            <a:ext cx="2942328" cy="46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제목 </a:t>
            </a:r>
            <a:r>
              <a:rPr kumimoji="1" lang="en-US" altLang="ko-KR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59BBA9-3E15-FBE0-BDEB-D7775718953E}"/>
              </a:ext>
            </a:extLst>
          </p:cNvPr>
          <p:cNvSpPr/>
          <p:nvPr/>
        </p:nvSpPr>
        <p:spPr>
          <a:xfrm>
            <a:off x="3853840" y="3591834"/>
            <a:ext cx="2942328" cy="1867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상세내용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0D2576-6CC1-CD65-3085-33561E745F96}"/>
              </a:ext>
            </a:extLst>
          </p:cNvPr>
          <p:cNvSpPr/>
          <p:nvPr/>
        </p:nvSpPr>
        <p:spPr>
          <a:xfrm>
            <a:off x="6118897" y="5613774"/>
            <a:ext cx="689585" cy="3673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삭제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C15231-BEF6-0BC6-8874-2C21C4EB1726}"/>
              </a:ext>
            </a:extLst>
          </p:cNvPr>
          <p:cNvSpPr/>
          <p:nvPr/>
        </p:nvSpPr>
        <p:spPr>
          <a:xfrm>
            <a:off x="5325005" y="5609444"/>
            <a:ext cx="689585" cy="3673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수정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6FE1C1-0D4F-91E5-AEDA-F2B779F4B739}"/>
              </a:ext>
            </a:extLst>
          </p:cNvPr>
          <p:cNvSpPr/>
          <p:nvPr/>
        </p:nvSpPr>
        <p:spPr>
          <a:xfrm>
            <a:off x="7427032" y="2636514"/>
            <a:ext cx="3303057" cy="343746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0DC5D4-991A-5A6F-0624-1CA9499CE33F}"/>
              </a:ext>
            </a:extLst>
          </p:cNvPr>
          <p:cNvSpPr/>
          <p:nvPr/>
        </p:nvSpPr>
        <p:spPr>
          <a:xfrm>
            <a:off x="7607396" y="2875613"/>
            <a:ext cx="2942328" cy="46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제목 입력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4E74B3-3A28-631A-107F-03B27F564828}"/>
              </a:ext>
            </a:extLst>
          </p:cNvPr>
          <p:cNvSpPr/>
          <p:nvPr/>
        </p:nvSpPr>
        <p:spPr>
          <a:xfrm>
            <a:off x="7607396" y="3582512"/>
            <a:ext cx="2942328" cy="1867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상세내용입력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126365-6657-0A93-8A6F-8C3534EEB846}"/>
              </a:ext>
            </a:extLst>
          </p:cNvPr>
          <p:cNvSpPr/>
          <p:nvPr/>
        </p:nvSpPr>
        <p:spPr>
          <a:xfrm>
            <a:off x="9542191" y="5520434"/>
            <a:ext cx="1007533" cy="4487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ysClr val="windowText" lastClr="000000"/>
                </a:solidFill>
              </a:rPr>
              <a:t>추가</a:t>
            </a:r>
            <a:endParaRPr kumimoji="1" lang="en-US" altLang="ko-KR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38887EC7-124D-9714-9DF9-FCFE00C73E26}"/>
              </a:ext>
            </a:extLst>
          </p:cNvPr>
          <p:cNvCxnSpPr>
            <a:stCxn id="9" idx="3"/>
            <a:endCxn id="5" idx="0"/>
          </p:cNvCxnSpPr>
          <p:nvPr/>
        </p:nvCxnSpPr>
        <p:spPr>
          <a:xfrm>
            <a:off x="3046942" y="2273301"/>
            <a:ext cx="2278063" cy="37253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8131562E-849E-4207-0C68-02DF0B6618F4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>
            <a:off x="3046942" y="1663702"/>
            <a:ext cx="6031619" cy="97281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99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시연연상" descr="텍스트, 소프트웨어, 멀티미디어, 웹 페이지이(가) 표시된 사진&#10;&#10;AI 생성 콘텐츠는 정확하지 않을 수 있습니다.">
            <a:hlinkClick r:id="" action="ppaction://media"/>
            <a:extLst>
              <a:ext uri="{FF2B5EF4-FFF2-40B4-BE49-F238E27FC236}">
                <a16:creationId xmlns:a16="http://schemas.microsoft.com/office/drawing/2014/main" id="{A9ECBE2D-1CAC-4E00-55B6-FA8EC68B902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54667" y="643466"/>
            <a:ext cx="94826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6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그림 4" descr="텍스트, 스크린샷, 멀티미디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A7AA50-48A3-66EE-42AC-24C081E26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3" r="2210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66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54</Words>
  <Application>Microsoft Macintosh PowerPoint</Application>
  <PresentationFormat>와이드스크린</PresentationFormat>
  <Paragraphs>27</Paragraphs>
  <Slides>13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프로토타입</vt:lpstr>
      <vt:lpstr>1차 상담 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2차 상담 내용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9</cp:revision>
  <dcterms:created xsi:type="dcterms:W3CDTF">2025-11-14T08:07:36Z</dcterms:created>
  <dcterms:modified xsi:type="dcterms:W3CDTF">2025-12-03T16:26:33Z</dcterms:modified>
</cp:coreProperties>
</file>